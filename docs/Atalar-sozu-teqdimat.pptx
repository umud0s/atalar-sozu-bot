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851bc0-3b8f-41f8-8f09-8a137255ad9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25880"/>
            <a:ext cx="6446520" cy="36210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C2F2A"/>
                </a:solidFill>
                <a:latin typeface="Calibri"/>
              </a:rPr>
              <a:t>TELEGRAM BOTU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A1614"/>
                </a:solidFill>
                <a:latin typeface="Calibri"/>
              </a:rPr>
              <a:t>Atalar sözü
artıq cibdədir.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625A"/>
                </a:solidFill>
                <a:latin typeface="Calibri"/>
              </a:rPr>
              <a:t>3913 söz. On iki mövzu.
Hər səhər bir öyüd.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614"/>
                </a:solidFill>
                <a:latin typeface="Calibri"/>
              </a:rPr>
              <a:t>@AtalarSozleri_bot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614"/>
                </a:solidFill>
                <a:latin typeface="Calibri"/>
              </a:rPr>
              <a:t>Bir yerdə, bir dildə.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361188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8273dd4-9de2-4a9a-8866-452874fc30c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600200"/>
            <a:ext cx="20574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7947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9C2F2A"/>
                </a:solidFill>
                <a:latin typeface="Calibri"/>
              </a:rPr>
              <a:t>Axtar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614"/>
                </a:solidFill>
                <a:latin typeface="Calibri"/>
              </a:rPr>
              <a:t>Açar söz yaz.
Uyğun atalar sözü gəlir.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371600"/>
            <a:ext cx="361188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6a06ee9-72ad-43b1-a1d5-1b9e357f6ad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600200"/>
            <a:ext cx="2057400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17720" y="37947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9C2F2A"/>
                </a:solidFill>
                <a:latin typeface="Calibri"/>
              </a:rPr>
              <a:t>Danış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429768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614"/>
                </a:solidFill>
                <a:latin typeface="Calibri"/>
              </a:rPr>
              <a:t>Vəziyyəti yaz.
Yaxın sözü seçir.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371600"/>
            <a:ext cx="361188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134bad9-a8a1-49cf-b15c-d4b708457aa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0" y="1600200"/>
            <a:ext cx="2057400" cy="2057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58200" y="37947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9C2F2A"/>
                </a:solidFill>
                <a:latin typeface="Calibri"/>
              </a:rPr>
              <a:t>Seç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429768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614"/>
                </a:solidFill>
                <a:latin typeface="Calibri"/>
              </a:rPr>
              <a:t>On iki mövzu.
Hər biri öz qutusunda.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25A"/>
                </a:solidFill>
                <a:latin typeface="Calibri"/>
              </a:rPr>
              <a:t>Atalar sözü  ·  @AtalarSozleri_bot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47395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625A"/>
                </a:solidFill>
                <a:latin typeface="Calibri"/>
              </a:rPr>
              <a:t>2  / 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A1614"/>
                </a:solidFill>
                <a:latin typeface="Calibri"/>
              </a:rPr>
              <a:t>Altı iş. Bir menyu.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365760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8273dd4-9de2-4a9a-8866-452874fc30c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1417320" cy="1417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03120" y="155448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9C2F2A"/>
                </a:solidFill>
                <a:latin typeface="Calibri"/>
              </a:rPr>
              <a:t>Açar söz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187451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614"/>
                </a:solidFill>
                <a:latin typeface="Calibri"/>
              </a:rPr>
              <a:t>Bir söz yaz, sözü tap.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51560"/>
            <a:ext cx="365760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6a06ee9-72ad-43b1-a1d5-1b9e357f6ad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371600"/>
            <a:ext cx="1417320" cy="1417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0" y="155448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9C2F2A"/>
                </a:solidFill>
                <a:latin typeface="Calibri"/>
              </a:rPr>
              <a:t>Hekayə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103120"/>
            <a:ext cx="187451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614"/>
                </a:solidFill>
                <a:latin typeface="Calibri"/>
              </a:rPr>
              <a:t>Vəziyyətə uyğun söz.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051560"/>
            <a:ext cx="365760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134bad9-a8a1-49cf-b15c-d4b708457aa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371600"/>
            <a:ext cx="1417320" cy="1417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84080" y="155448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9C2F2A"/>
                </a:solidFill>
                <a:latin typeface="Calibri"/>
              </a:rPr>
              <a:t>Mövzular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103120"/>
            <a:ext cx="187451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614"/>
                </a:solidFill>
                <a:latin typeface="Calibri"/>
              </a:rPr>
              <a:t>On iki qutu, səhifə-səhifə.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365760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0ce12cd-2f54-4b59-8fc7-914dbda52c9b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977640"/>
            <a:ext cx="1417320" cy="1417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103120" y="416052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9C2F2A"/>
                </a:solidFill>
                <a:latin typeface="Calibri"/>
              </a:rPr>
              <a:t>Quiz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709160"/>
            <a:ext cx="187451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614"/>
                </a:solidFill>
                <a:latin typeface="Calibri"/>
              </a:rPr>
              <a:t>Çatışmayan sözü tamamla.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3657600"/>
            <a:ext cx="365760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73a6727f-2046-49b5-ad32-3667d7a0e57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3977640"/>
            <a:ext cx="1417320" cy="1417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43600" y="416052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9C2F2A"/>
                </a:solidFill>
                <a:latin typeface="Calibri"/>
              </a:rPr>
              <a:t>Günün sözü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709160"/>
            <a:ext cx="187451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614"/>
                </a:solidFill>
                <a:latin typeface="Calibri"/>
              </a:rPr>
              <a:t>Bu gün hamıya eyni öyüd.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3657600"/>
            <a:ext cx="365760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57945385-1176-4eae-9997-3e0e2a2f36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20" y="3977640"/>
            <a:ext cx="1417320" cy="1417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784080" y="416052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9C2F2A"/>
                </a:solidFill>
                <a:latin typeface="Calibri"/>
              </a:rPr>
              <a:t>Təsadüfi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4709160"/>
            <a:ext cx="187451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614"/>
                </a:solidFill>
                <a:latin typeface="Calibri"/>
              </a:rPr>
              <a:t>Bazadan bir söz.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25A"/>
                </a:solidFill>
                <a:latin typeface="Calibri"/>
              </a:rPr>
              <a:t>Atalar sözü  ·  @AtalarSozleri_bot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47395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625A"/>
                </a:solidFill>
                <a:latin typeface="Calibri"/>
              </a:rPr>
              <a:t>3  / 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614"/>
                </a:solidFill>
                <a:latin typeface="Calibri"/>
              </a:rPr>
              <a:t>Necə tapılır</a:t>
            </a:r>
          </a:p>
        </p:txBody>
      </p:sp>
      <p:pic>
        <p:nvPicPr>
          <p:cNvPr id="4" name="Picture 3" descr="f8273dd4-9de2-4a9a-8866-452874fc30c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20040"/>
            <a:ext cx="2194560" cy="21945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228600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9C2F2A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A1614"/>
                </a:solidFill>
                <a:latin typeface="Calibri"/>
              </a:rPr>
              <a:t>Yazırsan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625A"/>
                </a:solidFill>
                <a:latin typeface="Calibri"/>
              </a:rPr>
              <a:t>qonşu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8600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5146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9C2F2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3832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A1614"/>
                </a:solidFill>
                <a:latin typeface="Calibri"/>
              </a:rPr>
              <a:t>Bot tutur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2336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625A"/>
                </a:solidFill>
                <a:latin typeface="Calibri"/>
              </a:rPr>
              <a:t>hərf fərqini silir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28600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5146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9C2F2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3832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A1614"/>
                </a:solidFill>
                <a:latin typeface="Calibri"/>
              </a:rPr>
              <a:t>Alırsan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02336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625A"/>
                </a:solidFill>
                <a:latin typeface="Calibri"/>
              </a:rPr>
              <a:t>səkkizə qədər söz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25A"/>
                </a:solidFill>
                <a:latin typeface="Calibri"/>
              </a:rPr>
              <a:t>Atalar sözü  ·  @AtalarSozleri_bot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7395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625A"/>
                </a:solidFill>
                <a:latin typeface="Calibri"/>
              </a:rPr>
              <a:t>4  / 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0ce12cd-2f54-4b59-8fc7-914dbda52c9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1234440" cy="1234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74519" y="41148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614"/>
                </a:solidFill>
                <a:latin typeface="Calibri"/>
              </a:rPr>
              <a:t>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91440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9C2F2A"/>
                </a:solidFill>
                <a:latin typeface="Calibri"/>
              </a:rPr>
              <a:t>«Ev alma, …… al.»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3611880" cy="3931920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Düz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2926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Təbrik.
Tam söz və izah.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965960"/>
            <a:ext cx="3611880" cy="3931920"/>
          </a:xfrm>
          <a:prstGeom prst="rect">
            <a:avLst/>
          </a:prstGeom>
          <a:solidFill>
            <a:srgbClr val="1A16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33172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1E7"/>
                </a:solidFill>
                <a:latin typeface="Calibri"/>
              </a:rPr>
              <a:t>Səhv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200400"/>
            <a:ext cx="2926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6F1E7"/>
                </a:solidFill>
                <a:latin typeface="Calibri"/>
              </a:rPr>
              <a:t>Cavab açılmır.
Sual yerdə qalır.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965960"/>
            <a:ext cx="3611880" cy="3931920"/>
          </a:xfrm>
          <a:prstGeom prst="rect">
            <a:avLst/>
          </a:prstGeom>
          <a:solidFill>
            <a:srgbClr val="A68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33172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614"/>
                </a:solidFill>
                <a:latin typeface="Calibri"/>
              </a:rPr>
              <a:t>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2926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A1614"/>
                </a:solidFill>
                <a:latin typeface="Calibri"/>
              </a:rPr>
              <a:t>Sözü və izahı
bot özü deyir.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25A"/>
                </a:solidFill>
                <a:latin typeface="Calibri"/>
              </a:rPr>
              <a:t>Atalar sözü  ·  @AtalarSozleri_bot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47395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625A"/>
                </a:solidFill>
                <a:latin typeface="Calibri"/>
              </a:rPr>
              <a:t>5  / 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A1614"/>
                </a:solidFill>
                <a:latin typeface="Calibri"/>
              </a:rPr>
              <a:t>On iki mövzu</a:t>
            </a:r>
          </a:p>
        </p:txBody>
      </p:sp>
      <p:pic>
        <p:nvPicPr>
          <p:cNvPr id="4" name="Picture 3" descr="0134bad9-a8a1-49cf-b15c-d4b708457aa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228600"/>
            <a:ext cx="1554480" cy="1554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111556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1556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Nəsihət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59" y="111556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2751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11556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11556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11556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Ailə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2679" y="111556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304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3852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93852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Ağıl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193852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189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93852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93852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93852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Bərəkət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79" y="193852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171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76148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76148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276148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Əxlaq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59" y="276148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149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76148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76148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276148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79" y="276148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114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58444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58444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58444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Dostluq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59" y="358444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358444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358444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58444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İş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79" y="358444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49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40740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40740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440740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Adət-ənənə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59" y="440740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38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440740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440740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440740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Tərbiyə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12679" y="440740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22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23036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523036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23036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Təhsil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1959" y="523036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20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5230368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5230368"/>
            <a:ext cx="91440" cy="713232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0" y="5230368"/>
            <a:ext cx="32918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614"/>
                </a:solidFill>
                <a:latin typeface="Calibri"/>
              </a:rPr>
              <a:t>Ortaqlıq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2679" y="5230368"/>
            <a:ext cx="1463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9C2F2A"/>
                </a:solidFill>
                <a:latin typeface="Calibri"/>
              </a:rPr>
              <a:t>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25A"/>
                </a:solidFill>
                <a:latin typeface="Calibri"/>
              </a:rPr>
              <a:t>Atalar sözü  ·  @AtalarSozleri_bot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0" y="647395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625A"/>
                </a:solidFill>
                <a:latin typeface="Calibri"/>
              </a:rPr>
              <a:t>6  / 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6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73a6727f-2046-49b5-ad32-3667d7a0e5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2286000" cy="2286000"/>
          </a:xfrm>
          <a:prstGeom prst="rect">
            <a:avLst/>
          </a:prstGeom>
        </p:spPr>
      </p:pic>
      <p:pic>
        <p:nvPicPr>
          <p:cNvPr id="4" name="Picture 3" descr="cfb04321-8dfe-4d19-bad4-9bcf2067f00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79476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91840" y="15544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6843E"/>
                </a:solidFill>
                <a:latin typeface="Calibri"/>
              </a:rPr>
              <a:t>HƏR SƏHƏR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01168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1E7"/>
                </a:solidFill>
                <a:latin typeface="Calibri"/>
              </a:rPr>
              <a:t>Saat 09:00.
Bir söz, bütün oxuculara.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6843E"/>
                </a:solidFill>
                <a:latin typeface="Calibri"/>
              </a:rPr>
              <a:t>KANAL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5720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6F1E7"/>
                </a:solidFill>
                <a:latin typeface="Calibri"/>
              </a:rPr>
              <a:t>@atalarimizinsozu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8BEB0"/>
                </a:solidFill>
                <a:latin typeface="Calibri"/>
              </a:rPr>
              <a:t>Atalar sözü  ·  @AtalarSozleri_bot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7395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C8BEB0"/>
                </a:solidFill>
                <a:latin typeface="Calibri"/>
              </a:rPr>
              <a:t>7  / 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614"/>
                </a:solidFill>
                <a:latin typeface="Calibri"/>
              </a:rPr>
              <a:t>Rəqəm</a:t>
            </a:r>
          </a:p>
        </p:txBody>
      </p:sp>
      <p:pic>
        <p:nvPicPr>
          <p:cNvPr id="4" name="Picture 3" descr="0134bad9-a8a1-49cf-b15c-d4b708457aa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960120" cy="960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143000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1A1614"/>
                </a:solidFill>
                <a:latin typeface="Calibri"/>
              </a:rPr>
              <a:t>3913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143000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6B625A"/>
                </a:solidFill>
                <a:latin typeface="Calibri"/>
              </a:rPr>
              <a:t>atalar sözü</a:t>
            </a:r>
          </a:p>
        </p:txBody>
      </p:sp>
      <p:pic>
        <p:nvPicPr>
          <p:cNvPr id="7" name="Picture 6" descr="0134bad9-a8a1-49cf-b15c-d4b708457aa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13432"/>
            <a:ext cx="960120" cy="960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231343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1A1614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313432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6B625A"/>
                </a:solidFill>
                <a:latin typeface="Calibri"/>
              </a:rPr>
              <a:t>mövzu</a:t>
            </a:r>
          </a:p>
        </p:txBody>
      </p:sp>
      <p:pic>
        <p:nvPicPr>
          <p:cNvPr id="10" name="Picture 9" descr="73a6727f-2046-49b5-ad32-3667d7a0e5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83864"/>
            <a:ext cx="960120" cy="960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37360" y="3483864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1A1614"/>
                </a:solidFill>
                <a:latin typeface="Calibri"/>
              </a:rPr>
              <a:t>09:00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483864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6B625A"/>
                </a:solidFill>
                <a:latin typeface="Calibri"/>
              </a:rPr>
              <a:t>hər səhər, Bakı vaxtı</a:t>
            </a:r>
          </a:p>
        </p:txBody>
      </p:sp>
      <p:pic>
        <p:nvPicPr>
          <p:cNvPr id="13" name="Picture 12" descr="cfb04321-8dfe-4d19-bad4-9bcf2067f00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654296"/>
            <a:ext cx="960120" cy="960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7360" y="4654296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1A1614"/>
                </a:solidFill>
                <a:latin typeface="Calibri"/>
              </a:rPr>
              <a:t>24 saat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654296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6B625A"/>
                </a:solidFill>
                <a:latin typeface="Calibri"/>
              </a:rPr>
              <a:t>özü işləyir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25A"/>
                </a:solidFill>
                <a:latin typeface="Calibri"/>
              </a:rPr>
              <a:t>Atalar sözü  ·  @AtalarSozleri_bot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47395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625A"/>
                </a:solidFill>
                <a:latin typeface="Calibri"/>
              </a:rPr>
              <a:t>8  / 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614"/>
                </a:solidFill>
                <a:latin typeface="Calibri"/>
              </a:rPr>
              <a:t>Kim açır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3611880" cy="461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57945385-1176-4eae-9997-3e0e2a2f36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1874519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703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9C2F2A"/>
                </a:solidFill>
                <a:latin typeface="Calibri"/>
              </a:rPr>
              <a:t>Şagird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5196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614"/>
                </a:solidFill>
                <a:latin typeface="Calibri"/>
              </a:rPr>
              <a:t>Dərsdə sözü tapır,
quizdə yadında saxlayır.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371600"/>
            <a:ext cx="3611880" cy="461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6a06ee9-72ad-43b1-a1d5-1b9e357f6ad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645920"/>
            <a:ext cx="1874519" cy="18745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17720" y="3703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9C2F2A"/>
                </a:solidFill>
                <a:latin typeface="Calibri"/>
              </a:rPr>
              <a:t>Müəllim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425196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614"/>
                </a:solidFill>
                <a:latin typeface="Calibri"/>
              </a:rPr>
              <a:t>Mövzuya görə söz seçir,
sinifdə oxuyur.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371600"/>
            <a:ext cx="3611880" cy="461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fb04321-8dfe-4d19-bad4-9bcf2067f00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645920"/>
            <a:ext cx="1874519" cy="18745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58200" y="3703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9C2F2A"/>
                </a:solidFill>
                <a:latin typeface="Calibri"/>
              </a:rPr>
              <a:t>Oxucu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425196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614"/>
                </a:solidFill>
                <a:latin typeface="Calibri"/>
              </a:rPr>
              <a:t>Hər səhər bir öyüd alır,
istediyi sözü axtarır.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25A"/>
                </a:solidFill>
                <a:latin typeface="Calibri"/>
              </a:rPr>
              <a:t>Atalar sözü  ·  @AtalarSozleri_bot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47395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625A"/>
                </a:solidFill>
                <a:latin typeface="Calibri"/>
              </a:rPr>
              <a:t>9  / 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C2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6F1E7"/>
                </a:solidFill>
                <a:latin typeface="Calibri"/>
              </a:rPr>
              <a:t>Sözü axtar.
Sözü öyrən.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@AtalarSozleri_bot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0D2C8"/>
                </a:solidFill>
                <a:latin typeface="Calibri"/>
              </a:rPr>
              <a:t>@atalarimizinsozu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