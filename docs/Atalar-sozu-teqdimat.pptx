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2F2A"/>
                </a:solidFill>
                <a:latin typeface="Calibri"/>
              </a:rPr>
              <a:t>TELEGRAM BOTU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614"/>
                </a:solidFill>
                <a:latin typeface="Calibri"/>
              </a:rPr>
              <a:t>Atalar sözü
artıq cibdədir.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B625A"/>
                </a:solidFill>
                <a:latin typeface="Calibri"/>
              </a:rPr>
              <a:t>3925 söz. On bir mövzu. Hər səhər bir öyüd.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614"/>
                </a:solidFill>
                <a:latin typeface="Calibri"/>
              </a:rPr>
              <a:t>@AtalarSozleri_bot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Söz var idi. Yer yox idi.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5204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20440" cy="109728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C2F2A"/>
                </a:solidFill>
                <a:latin typeface="Calibri"/>
              </a:rPr>
              <a:t>Kitabda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A1614"/>
                </a:solidFill>
                <a:latin typeface="Calibri"/>
              </a:rPr>
              <a:t>Söz qalın kitabda qalır.
Adam lazım olan sətri tapa bilmir.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5204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520440" cy="109728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C2F2A"/>
                </a:solidFill>
                <a:latin typeface="Calibri"/>
              </a:rPr>
              <a:t>Söhbətdə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A1614"/>
                </a:solidFill>
                <a:latin typeface="Calibri"/>
              </a:rPr>
              <a:t>Vəziyyətə uyğun söz gəlmir
ağla, çünki yaddaş səpələnib.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828800"/>
            <a:ext cx="35204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59" y="1828800"/>
            <a:ext cx="3520440" cy="109728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21945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C2F2A"/>
                </a:solidFill>
                <a:latin typeface="Calibri"/>
              </a:rPr>
              <a:t>Gündə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0175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A1614"/>
                </a:solidFill>
                <a:latin typeface="Calibri"/>
              </a:rPr>
              <a:t>Hər gün bir söz eşitmək üçün
ayrıca vərdiş lazım idi.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6843E"/>
                </a:solidFill>
                <a:latin typeface="Calibri"/>
              </a:rPr>
              <a:t>BİR CÜMLƏ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6F1E7"/>
                </a:solidFill>
                <a:latin typeface="Calibri"/>
              </a:rPr>
              <a:t>Azərbaycan atalar sözünü
axtaran, öyrədən və
hər səhər xatırladan 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A6843E"/>
                </a:solidFill>
                <a:latin typeface="Calibri"/>
              </a:rPr>
              <a:t>Başqa dil yoxdur. Ödəniş yoxdur. Hesab yoxdur.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BEB0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8BEB0"/>
                </a:solidFill>
                <a:latin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Altı iş. Bir menyu.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6118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C2F2A"/>
                </a:solidFill>
                <a:latin typeface="Calibri"/>
              </a:rPr>
              <a:t>Açar söz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614"/>
                </a:solidFill>
                <a:latin typeface="Calibri"/>
              </a:rPr>
              <a:t>Bir söz yaz.
Uyğun atalar sözü gəlir.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371600"/>
            <a:ext cx="36118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627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C2F2A"/>
                </a:solidFill>
                <a:latin typeface="Calibri"/>
              </a:rPr>
              <a:t>Hekayə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24028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614"/>
                </a:solidFill>
                <a:latin typeface="Calibri"/>
              </a:rPr>
              <a:t>Vəziyyəti danış.
Yaxın sözü seçir.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6118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627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C2F2A"/>
                </a:solidFill>
                <a:latin typeface="Calibri"/>
              </a:rPr>
              <a:t>Mövzular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4028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614"/>
                </a:solidFill>
                <a:latin typeface="Calibri"/>
              </a:rPr>
              <a:t>On bir qutu.
Hamısı səhifə-səhifə.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36118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593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C2F2A"/>
                </a:solidFill>
                <a:latin typeface="Calibri"/>
              </a:rPr>
              <a:t>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720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614"/>
                </a:solidFill>
                <a:latin typeface="Calibri"/>
              </a:rPr>
              <a:t>Çatışmayan sözü
tamamla, ya da pas keç.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703320"/>
            <a:ext cx="36118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39593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C2F2A"/>
                </a:solidFill>
                <a:latin typeface="Calibri"/>
              </a:rPr>
              <a:t>Günün sözü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5720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614"/>
                </a:solidFill>
                <a:latin typeface="Calibri"/>
              </a:rPr>
              <a:t>Bu gün hamıya
eyni bir öyüd.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03320"/>
            <a:ext cx="36118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39593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C2F2A"/>
                </a:solidFill>
                <a:latin typeface="Calibri"/>
              </a:rPr>
              <a:t>Inline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5720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614"/>
                </a:solidFill>
                <a:latin typeface="Calibri"/>
              </a:rPr>
              <a:t>Başqa söhbətdə
@bot yaz, göndər.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Necə işləyir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C2F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A1614"/>
                </a:solidFill>
                <a:latin typeface="Calibri"/>
              </a:rPr>
              <a:t>Yazırsan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B625A"/>
                </a:solidFill>
                <a:latin typeface="Calibri"/>
              </a:rPr>
              <a:t>qonşu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7451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C2F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432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A1614"/>
                </a:solidFill>
                <a:latin typeface="Calibri"/>
              </a:rPr>
              <a:t>Bot tutur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747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B625A"/>
                </a:solidFill>
                <a:latin typeface="Calibri"/>
              </a:rPr>
              <a:t>hərf fərqini silir,
sözü bazada axtarır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87451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9C2F2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432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A1614"/>
                </a:solidFill>
                <a:latin typeface="Calibri"/>
              </a:rPr>
              <a:t>Alırsan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4747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B625A"/>
                </a:solidFill>
                <a:latin typeface="Calibri"/>
              </a:rPr>
              <a:t>ən çox səkkiz söz,
mənası və mövzusu ilə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9C2F2A"/>
                </a:solidFill>
                <a:latin typeface="Calibri"/>
              </a:rPr>
              <a:t>«Ev alma, …… al.»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B625A"/>
                </a:solidFill>
                <a:latin typeface="Calibri"/>
              </a:rPr>
              <a:t>Çatışmayan sözü tamamla.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3566160" cy="32004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Düz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Təbrik.
Tam söz və izah.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560320"/>
            <a:ext cx="3566160" cy="3200400"/>
          </a:xfrm>
          <a:prstGeom prst="rect">
            <a:avLst/>
          </a:prstGeom>
          <a:solidFill>
            <a:srgbClr val="1A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1E7"/>
                </a:solidFill>
                <a:latin typeface="Calibri"/>
              </a:rPr>
              <a:t>Səhv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6F1E7"/>
                </a:solidFill>
                <a:latin typeface="Calibri"/>
              </a:rPr>
              <a:t>Cavab açılmır.
Sual yerdə qalır.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60320"/>
            <a:ext cx="3566160" cy="3200400"/>
          </a:xfrm>
          <a:prstGeom prst="rect">
            <a:avLst/>
          </a:prstGeom>
          <a:solidFill>
            <a:srgbClr val="A6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834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A1614"/>
                </a:solidFill>
                <a:latin typeface="Calibri"/>
              </a:rPr>
              <a:t>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65760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A1614"/>
                </a:solidFill>
                <a:latin typeface="Calibri"/>
              </a:rPr>
              <a:t>Sözü və izahı
bot özü deyir.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Rəqəm danışsın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" cy="9144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3925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B625A"/>
                </a:solidFill>
                <a:latin typeface="Calibri"/>
              </a:rPr>
              <a:t>atalar sözü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9728" cy="9144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688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B625A"/>
                </a:solidFill>
                <a:latin typeface="Calibri"/>
              </a:rPr>
              <a:t>mövzu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109728" cy="9144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09:00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6576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B625A"/>
                </a:solidFill>
                <a:latin typeface="Calibri"/>
              </a:rPr>
              <a:t>hər səhər, Bakı vaxtı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109728" cy="9144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24 saat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8463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B625A"/>
                </a:solidFill>
                <a:latin typeface="Calibri"/>
              </a:rPr>
              <a:t>terminal bağlı olsa 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6843E"/>
                </a:solidFill>
                <a:latin typeface="Calibri"/>
              </a:rPr>
              <a:t>KANAL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6F1E7"/>
                </a:solidFill>
                <a:latin typeface="Calibri"/>
              </a:rPr>
              <a:t>@atalarimizinsozu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E6DDD0"/>
                </a:solidFill>
                <a:latin typeface="Calibri"/>
              </a:rPr>
              <a:t>Hər səhər bir söz.
Eyni söz həmin gün botda da açılır.
Oxucu kanaldan bota keçir.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BEB0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8BEB0"/>
                </a:solidFill>
                <a:latin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614"/>
                </a:solidFill>
                <a:latin typeface="Calibri"/>
              </a:rPr>
              <a:t>Hələ bitməyən iki iş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035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C2F2A"/>
                </a:solidFill>
                <a:latin typeface="Calibri"/>
              </a:rPr>
              <a:t>Mövzu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614"/>
                </a:solidFill>
                <a:latin typeface="Calibri"/>
              </a:rPr>
              <a:t>«El gücü - sel gücü»
hələ Əxlaq qutusundadır.
Bölgü avtomatikdir.
Əl ilə düzələcək.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C2F2A"/>
                </a:solidFill>
                <a:latin typeface="Calibri"/>
              </a:rPr>
              <a:t>İzah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614"/>
                </a:solidFill>
                <a:latin typeface="Calibri"/>
              </a:rPr>
              <a:t>60 sözün izahı yazılıb.
Qalanı hələ qısadır.
Məna əl ilə, hissə-hissə
yazılır.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Atalar sözü  ·  @AtalarSozleri_bot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25A"/>
                </a:solidFill>
                <a:latin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6F1E7"/>
                </a:solidFill>
                <a:latin typeface="Calibri"/>
              </a:rPr>
              <a:t>Sözü axtar.
Sözü öyrən.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@AtalarSozleri_bot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0D2C8"/>
                </a:solidFill>
                <a:latin typeface="Calibri"/>
              </a:rPr>
              <a:t>@atalarimizinsozu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